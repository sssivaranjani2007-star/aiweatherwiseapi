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17961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SUVATHI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1101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SUMETHA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10414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SWETHA 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10414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THULASI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12882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TAMILMOZHI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782" y="6076950"/>
            <a:ext cx="603021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7" b="1" i="0" u="none">
                <a:solidFill>
                  <a:srgbClr val="334155"/>
                </a:solidFill>
                <a:latin typeface="Segoe UI"/>
              </a:rPr>
              <a:t>Presenter Team: SUVATHI D (Lead) • SUMETHA C • SWETHA K • THULASI M • TAMILMOZHI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1464</Words>
  <Application>Microsoft Office PowerPoint</Application>
  <PresentationFormat>Widescreen</PresentationFormat>
  <Paragraphs>212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Swathi desigan</cp:lastModifiedBy>
  <cp:revision>6</cp:revision>
  <dcterms:created xsi:type="dcterms:W3CDTF">2013-01-27T09:14:16Z</dcterms:created>
  <dcterms:modified xsi:type="dcterms:W3CDTF">2026-09-24T13:05:55Z</dcterms:modified>
  <cp:category/>
</cp:coreProperties>
</file>